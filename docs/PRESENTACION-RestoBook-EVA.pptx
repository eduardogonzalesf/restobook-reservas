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10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4A57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920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RestoBook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3EB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Mesa Aurora · Evaluación Final UX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5A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Andrés Eduardo Gonzales Farro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10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4A57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EB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Problema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221E1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70432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3EB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Reservas desordenadas y riesgo de mesa duplicada en el mismo horario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221E1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47672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3EB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Formularios largos generan carga cognitiva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221E1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724912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3EB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Borrados accidentales sin confirmación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338328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221E1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502152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3EB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Poca visibilidad del estado del sistema tras una acción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10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4A57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EB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Usuarios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3200400"/>
          </a:xfrm>
          <a:prstGeom prst="roundRect">
            <a:avLst>
              <a:gd name="adj" fmla="val 3429"/>
            </a:avLst>
          </a:prstGeom>
          <a:solidFill>
            <a:srgbClr val="221E1A"/>
          </a:solidFill>
          <a:ln/>
        </p:spPr>
      </p:sp>
      <p:sp>
        <p:nvSpPr>
          <p:cNvPr id="6" name="Shape 4"/>
          <p:cNvSpPr/>
          <p:nvPr/>
        </p:nvSpPr>
        <p:spPr>
          <a:xfrm>
            <a:off x="4754880" y="1188720"/>
            <a:ext cx="3931920" cy="3200400"/>
          </a:xfrm>
          <a:prstGeom prst="roundRect">
            <a:avLst>
              <a:gd name="adj" fmla="val 3429"/>
            </a:avLst>
          </a:prstGeom>
          <a:solidFill>
            <a:srgbClr val="221E1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173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85800" y="2011680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3EB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 mesa en 4 pasos: datos, fecha/hora, mesa y confirmación. Ve disponibilidad y calendario.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83480" y="14173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Administrador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983480" y="2011680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3EB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 reservas, confirma, cancela y elimina con modal de confirmación + toast de feedback.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10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4A57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EB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Demo Figma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5A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Prototipo interactivo — Evaluación Final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EB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Flow A: Wizard Datos → Fecha → Mesa → Confirmar → Toast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EB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Flow B: Admin → Eliminar → Modal overlay → Confirmar / Cancelar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EB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Interacciones: navegación, overlay, dissolve 0.28s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https://www.figma.com/design/ZukTVkmpXjguZ7FdQzFd0g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10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4A57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EB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Demo React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EB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Vite + React 18 · localStorage · detección de conflictos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EB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Wizard 4 pasos + animación de paneles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EB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Toast global de éxito / error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EB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Modal confirmar eliminación (P4 usabilidad)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1546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EB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Vistas: Cliente · Calendario · Administración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 github.com/EduardoGonzalesF/restobook-reservas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10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4A57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EB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Pruebas y mejoras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A5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1 (parcial): 4.2/5  →  Ciclo 2 (final): 4.6/5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221E1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83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5A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 Borrar sin confirmar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0" y="17830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EB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 de confirmación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221E1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560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5A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Formulario largo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25603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EB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Wizard 4 pasos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221E1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337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5A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Éxito poco visible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0" y="33375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EB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Toast global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10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4A57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EB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Conclusiones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EB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El final continúa el parcial EPD con evidencia de iteración UX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EB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Interacciones avanzadas reducen errores y carga cognitiva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EB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Prototipo Figma + app React alineados (La Mesa Aurora)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971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EB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Entrega: Figma público + GitHub + PDF + esta presentación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10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4A57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103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Gracias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3EB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¿Preguntas?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RestoBook — Evaluación Final UX</dc:title>
  <dc:subject>La Mesa Aurora · Prototipo e interacciones avanzadas</dc:subject>
  <dc:creator>Andrés Eduardo Gonzales Farro</dc:creator>
  <cp:lastModifiedBy>Andrés Eduardo Gonzales Farro</cp:lastModifiedBy>
  <cp:revision>1</cp:revision>
  <dcterms:created xsi:type="dcterms:W3CDTF">2026-08-12T23:16:26Z</dcterms:created>
  <dcterms:modified xsi:type="dcterms:W3CDTF">2026-08-12T23:16:26Z</dcterms:modified>
</cp:coreProperties>
</file>